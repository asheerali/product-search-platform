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60" r:id="rId2"/>
  </p:sldIdLst>
  <p:sldSz cx="12192000" cy="6858000"/>
  <p:notesSz cx="7102475" cy="10234613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  <a:srgbClr val="663300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90" autoAdjust="0"/>
    <p:restoredTop sz="94660"/>
  </p:normalViewPr>
  <p:slideViewPr>
    <p:cSldViewPr snapToGrid="0" showGuides="1">
      <p:cViewPr varScale="1">
        <p:scale>
          <a:sx n="31" d="100"/>
          <a:sy n="31" d="100"/>
        </p:scale>
        <p:origin x="662" y="29"/>
      </p:cViewPr>
      <p:guideLst>
        <p:guide orient="horz" pos="2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5D6784D9-4D43-4B01-AFF2-6244B3D8D3C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1BC9B740-E58F-46A9-83B1-C9076E95BA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标题和两个文本行，下方文本行具有分隔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</p:cNvSpPr>
          <p:nvPr>
            <p:ph type="title"/>
          </p:nvPr>
        </p:nvSpPr>
        <p:spPr>
          <a:xfrm>
            <a:off x="574041" y="287020"/>
            <a:ext cx="11002433" cy="114808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对象1"/>
          <p:cNvSpPr>
            <a:spLocks noGrp="1" noChangeArrowheads="1"/>
          </p:cNvSpPr>
          <p:nvPr>
            <p:ph sz="half" idx="1"/>
          </p:nvPr>
        </p:nvSpPr>
        <p:spPr>
          <a:xfrm>
            <a:off x="574041" y="1578610"/>
            <a:ext cx="11002433" cy="21526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对象3"/>
          <p:cNvSpPr>
            <a:spLocks noGrp="1" noChangeArrowheads="1"/>
          </p:cNvSpPr>
          <p:nvPr>
            <p:ph sz="quarter" idx="2"/>
          </p:nvPr>
        </p:nvSpPr>
        <p:spPr>
          <a:xfrm>
            <a:off x="574040" y="4018281"/>
            <a:ext cx="5357707" cy="20808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5pPr>
          </a:lstStyle>
          <a:p>
            <a:endParaRPr/>
          </a:p>
        </p:txBody>
      </p:sp>
      <p:sp>
        <p:nvSpPr>
          <p:cNvPr id="5" name="对象2"/>
          <p:cNvSpPr>
            <a:spLocks noGrp="1" noChangeArrowheads="1"/>
          </p:cNvSpPr>
          <p:nvPr>
            <p:ph sz="quarter" idx="3"/>
          </p:nvPr>
        </p:nvSpPr>
        <p:spPr>
          <a:xfrm>
            <a:off x="6314441" y="4018281"/>
            <a:ext cx="5262033" cy="20808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5pPr>
          </a:lstStyle>
          <a:p>
            <a:endParaRPr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3C07743-DCBC-4082-B4A6-413AAE1EB89C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7" name="页脚占位符 4"/>
          <p:cNvSpPr>
            <a:spLocks noGrp="1" noChangeArrowheads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8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2ED1801-6D48-464E-887A-E37F57B383F3}" type="datetime1">
              <a:rPr lang="zh-CN" altLang="en-US"/>
              <a:t>2026/7/28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 cstate="print"/>
          <a:srcRect t="-8479" b="-1743"/>
          <a:stretch>
            <a:fillRect/>
          </a:stretch>
        </p:blipFill>
        <p:spPr bwMode="auto">
          <a:xfrm>
            <a:off x="0" y="635"/>
            <a:ext cx="124841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40385" y="6123940"/>
            <a:ext cx="11651615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Feature: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above quotation includes the decorative cushions.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 cushions made with 28KG/m³ medium-density foam + Pocket springs. </a:t>
            </a:r>
          </a:p>
          <a:p>
            <a:pPr algn="l"/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95" y="911116"/>
            <a:ext cx="7455535" cy="2667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9548" y="75667"/>
            <a:ext cx="2123734" cy="18048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2610" y="2056765"/>
            <a:ext cx="3737610" cy="1728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r="126"/>
          <a:stretch>
            <a:fillRect/>
          </a:stretch>
        </p:blipFill>
        <p:spPr>
          <a:xfrm>
            <a:off x="540385" y="3825875"/>
            <a:ext cx="11101705" cy="22574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7894a91-6319-4419-ac8d-dc19c7bcd138"/>
  <p:tag name="RESOURCE_RECORD_KEY" val="{&quot;29&quot;:[50000135]}"/>
  <p:tag name="COMMONDATA" val="eyJoZGlkIjoiM2UwYmRkZGU1OWU3NWMzMjUwNTQ2YTYwMDIzODg5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>Applied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Sofa Set   3-piece Sofa and Loveseat Chair with Single Chair(3-Seat Sofa &amp; Loveseat &amp; Chair)</dc:title>
  <dc:creator>Qingbo Xu --TR</dc:creator>
  <cp:lastModifiedBy>asheer ali</cp:lastModifiedBy>
  <cp:revision>399</cp:revision>
  <dcterms:created xsi:type="dcterms:W3CDTF">2018-05-17T12:11:00Z</dcterms:created>
  <dcterms:modified xsi:type="dcterms:W3CDTF">2026-07-27T23:14:11Z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87600716D6D24A25A78C14C50E1FBDB1_12</vt:lpwstr>
  </property>
</Properties>
</file>